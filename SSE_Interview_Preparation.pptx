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88952" cy="10972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</a:rPr>
              <a:t>Scottish and Southern Energy plc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3657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Interview Preparation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651"/>
                </a:solidFill>
              </a:rPr>
              <a:t>Electrical Engineering Masters Edition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1078992" cy="347472"/>
          </a:xfrm>
          <a:prstGeom prst="rect">
            <a:avLst/>
          </a:prstGeom>
          <a:solidFill>
            <a:srgbClr val="2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36499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FTSE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337560"/>
            <a:ext cx="2185415" cy="347472"/>
          </a:xfrm>
          <a:prstGeom prst="rect">
            <a:avLst/>
          </a:prstGeom>
          <a:solidFill>
            <a:srgbClr val="2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3364992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HQ: Perth, Scotland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337560"/>
            <a:ext cx="2185415" cy="347472"/>
          </a:xfrm>
          <a:prstGeom prst="rect">
            <a:avLst/>
          </a:prstGeom>
          <a:solidFill>
            <a:srgbClr val="2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3364992"/>
            <a:ext cx="2002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£20.93bn Market Cap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337560"/>
            <a:ext cx="2084831" cy="347472"/>
          </a:xfrm>
          <a:prstGeom prst="rect">
            <a:avLst/>
          </a:prstGeom>
          <a:solidFill>
            <a:srgbClr val="2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3364992"/>
            <a:ext cx="1901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£7M Invested Daily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99BB"/>
                </a:solidFill>
              </a:rPr>
              <a:t>Includes real candidate insights from TheStudentRoom · AptitudePrep · SSE Careers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097280"/>
            <a:ext cx="2743200" cy="105156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17043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651"/>
                </a:solidFill>
              </a:rPr>
              <a:t>£33bn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1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5-Year Investment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331720"/>
            <a:ext cx="2743200" cy="105156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4048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651"/>
                </a:solidFill>
              </a:rPr>
              <a:t>83,000+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880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Jobs Supported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3566160"/>
            <a:ext cx="2743200" cy="105156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63931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651"/>
                </a:solidFill>
              </a:rPr>
              <a:t>16 GW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41148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Renewables by 2032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800600"/>
            <a:ext cx="2743200" cy="105156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48737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651"/>
                </a:solidFill>
              </a:rPr>
              <a:t>25%+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349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UK Offshore Wind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COMPANY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is SSE plc?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 FTSE 100 energy company at the heart of the UK's net zero transition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08760"/>
            <a:ext cx="2651760" cy="1143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651"/>
                </a:solidFill>
              </a:rPr>
              <a:t>💷 £20.93bn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011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Market Capitalisation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508760"/>
            <a:ext cx="2651760" cy="1143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651"/>
                </a:solidFill>
              </a:rPr>
              <a:t>👷 83,000+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011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Jobs Supported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08760"/>
            <a:ext cx="2651760" cy="1143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651"/>
                </a:solidFill>
              </a:rPr>
              <a:t>⚡ ~£7M/day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Daily Investment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508760"/>
            <a:ext cx="2651760" cy="1143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5727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651"/>
                </a:solidFill>
              </a:rPr>
              <a:t>📍 Perth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011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HQ, Scotland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34640"/>
            <a:ext cx="530352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907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D5B"/>
                </a:solidFill>
              </a:rPr>
              <a:t>History &amp; Background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310128"/>
            <a:ext cx="5074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D5B"/>
                </a:solidFill>
              </a:rPr>
              <a:t>• Formed in 1998 from merger of Scottish Hydro-Electric &amp; Southern Electric
• Listed on London Stock Exchange — constituent of FTSE 100
• Strategic pivot since 2018: sold household supply to focus entirely on low-carbon electricity infrastructure
• Operates across UK and Ireland with growing international renewables presence
• Uniquely positioned as a pure-play energy transition business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834640"/>
            <a:ext cx="5943600" cy="137160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2834640"/>
            <a:ext cx="109728" cy="13716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2926080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D5B"/>
                </a:solidFill>
              </a:rPr>
              <a:t>"Providing the energy needed today while
building a better world of energy for tomorrow."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794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— SSE plc, Annual Report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343400"/>
            <a:ext cx="5943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4074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5B"/>
                </a:solidFill>
              </a:rPr>
              <a:t>Why SSE is Different from Other Energy Companies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84632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D5B"/>
                </a:solidFill>
              </a:rPr>
              <a:t>• NOT a consumer-facing energy supplier (sold that business)
• 100% focused on infrastructure: grids, wind, flexible generation
• One of the UK's largest single private capital investors
• Regulated revenue streams provide long-term stability
• Engineers work on projects at the frontier of the energy transition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BUSINESS DIVISIONS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SSE is Structured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Five principal units — know which one you are interviewing for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417320"/>
            <a:ext cx="22860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1417320"/>
            <a:ext cx="2286000" cy="77724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SSE Renewables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Onshore/offshore wind, hydro, solar, battery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228600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9GW by 2027 → 16GW by 2032
25%+ of UK 2030 offshore wind target
Dogger Bank: world's largest OWF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1417320"/>
            <a:ext cx="22860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1417320"/>
            <a:ext cx="2286000" cy="7772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SSEN Transmission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HV electricity transmission network, north Scotland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228600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£22bn investment planned
11 Pathway to 2030 projects
20%+ of UK networks investment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1417320"/>
            <a:ext cx="22860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1417320"/>
            <a:ext cx="2286000" cy="777240"/>
          </a:xfrm>
          <a:prstGeom prst="rect">
            <a:avLst/>
          </a:prstGeom>
          <a:solidFill>
            <a:srgbClr val="1F5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59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SSEN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59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DNO: south England + north Scotland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228600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3.9M homes &amp; businesses served
£5bn planned investment
Smart grid &amp; EV network upgrades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1417320"/>
            <a:ext cx="22860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1417320"/>
            <a:ext cx="2286000" cy="777240"/>
          </a:xfrm>
          <a:prstGeom prst="rect">
            <a:avLst/>
          </a:prstGeom>
          <a:solidFill>
            <a:srgbClr val="2D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19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SSE Thermal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19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Flexible generation: gas, CCS, hydrogen, EfW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7" y="228600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Peterhead CCS: Scotland's first
910MW + 1.5Mt CO₂/yr captured
Hydrogen transition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1417320"/>
            <a:ext cx="25146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01200" y="1417320"/>
            <a:ext cx="2514600" cy="77724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146304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SSE Energy Solutions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1828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B2B low-carbon local energy infrastructure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0928" y="22860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EV charging, heat networks, solar PV
Private wire networks for industry
Energy-as-a-service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KEY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Flagship Programmes You Must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Name these projects in your interview — shows genuine research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417320"/>
            <a:ext cx="27889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1417320"/>
            <a:ext cx="2788920" cy="100584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14447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4475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Dogger Bank
Wind Farm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" y="2487168"/>
            <a:ext cx="2578608" cy="27432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25054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B2D5B"/>
                </a:solidFill>
              </a:rPr>
              <a:t>WORLD'S LARGEST OFFSHORE WIND FARM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28346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Phases A+B+C = 3.6GW + Phase D = 1.5GW
Partners: SSE, Equinor, Vårgrønn
Yorkshire coast, North Sea
Haliade-X 13MW+ turbines
Foundations complete: Dec 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1417320"/>
            <a:ext cx="27889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18688" y="1417320"/>
            <a:ext cx="2788920" cy="10058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14447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144475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Viking
Wind Farm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28416" y="2487168"/>
            <a:ext cx="2578608" cy="27432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6704" y="25054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B2D5B"/>
                </a:solidFill>
              </a:rPr>
              <a:t>EUROPE'S LARGEST ONSHORE WIND FARM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6" y="28346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443MW onshore — Shetland Islands
Operational: August 2024
Required dedicated HVDC interconnector
(first ever subsea link to Shetland)
Major Scottish energy milestone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1417320"/>
            <a:ext cx="27889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1417320"/>
            <a:ext cx="2788920" cy="1005840"/>
          </a:xfrm>
          <a:prstGeom prst="rect">
            <a:avLst/>
          </a:prstGeom>
          <a:solidFill>
            <a:srgbClr val="1F5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18504" y="14447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5976" y="144475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Peterhead CCS
Power Station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8504" y="2487168"/>
            <a:ext cx="2578608" cy="27432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5054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B2D5B"/>
                </a:solidFill>
              </a:rPr>
              <a:t>SCOTLAND'S FIRST CCS PLANT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28346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910MW gas + carbon capture
Up to 1.5M tonnes CO₂/yr by 2030
SSE Thermal + Equinor partnership
Part of Acorn Carbon Cluster
Hydrogen economy enabler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98864" y="1417320"/>
            <a:ext cx="27889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98864" y="1417320"/>
            <a:ext cx="2788920" cy="1005840"/>
          </a:xfrm>
          <a:prstGeom prst="rect">
            <a:avLst/>
          </a:prstGeom>
          <a:solidFill>
            <a:srgbClr val="2D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144475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1444752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Pathway
to 2030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08592" y="2487168"/>
            <a:ext cx="2578608" cy="27432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25054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1B2D5B"/>
                </a:solidFill>
              </a:rPr>
              <a:t>SSEN TRANSMISSION GRID PROGRAMME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28346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11 major grid projects in north Scotland
Core of £22bn transmission investment
New OHL, substations, HVDC cables
Enables renewable power to flow south
Delivering RIIO-T2 &amp; future RIIO-T3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INVESTMENT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SSE's £33bn Five-Year Investment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Announced November 2025 — one of the UK's largest private infrastructure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4754880" cy="43891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303520" y="1508760"/>
            <a:ext cx="91440" cy="100584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80" y="1508760"/>
            <a:ext cx="6492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15544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651"/>
                </a:solidFill>
              </a:rPr>
              <a:t>£22bn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5636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5B"/>
                </a:solidFill>
              </a:rPr>
              <a:t>SSEN Transmission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11095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67% of total — grid upgrades in north Scotland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2743200"/>
            <a:ext cx="91440" cy="10058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0680" y="2743200"/>
            <a:ext cx="6492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278892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2D5B"/>
                </a:solidFill>
              </a:rPr>
              <a:t>£5bn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7980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5B"/>
                </a:solidFill>
              </a:rPr>
              <a:t>SSEN Distribution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455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15% of total — smart grid &amp; EV network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3977639"/>
            <a:ext cx="91440" cy="1005840"/>
          </a:xfrm>
          <a:prstGeom prst="rect">
            <a:avLst/>
          </a:prstGeom>
          <a:solidFill>
            <a:srgbClr val="1F5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3977639"/>
            <a:ext cx="6492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32120" y="4023359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5C35"/>
                </a:solidFill>
              </a:rPr>
              <a:t>£4bn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03250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5B"/>
                </a:solidFill>
              </a:rPr>
              <a:t>SSE Renewables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3799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12% of total — new wind, solar,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5212080"/>
            <a:ext cx="91440" cy="10058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0680" y="5212080"/>
            <a:ext cx="6492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525780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B7280"/>
                </a:solidFill>
              </a:rPr>
              <a:t>£2bn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2669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5B"/>
                </a:solidFill>
              </a:rPr>
              <a:t>SSE Thermal + Other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6144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6% of total — CCS, hydrogen, flexibility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6400800"/>
            <a:ext cx="6629400" cy="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62636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1B2D5B"/>
                </a:solidFill>
              </a:rPr>
              <a:t>80% of the entire plan goes directly into the electricity grid — this is fundamentally a grid engineering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INVESTMENT &amp;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Renewable Capacity Roadmap + Strategic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SSE is targeting a fivefold increase in renewables output by 2032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669280" cy="384048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5852160" cy="29260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09360" y="4526280"/>
            <a:ext cx="1051560" cy="96012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5537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6460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Viking Wind Farm
Operational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79792" y="4526280"/>
            <a:ext cx="1051560" cy="9601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45537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86460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£33bn Plan
Announced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50224" y="4526280"/>
            <a:ext cx="1051560" cy="96012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95944" y="45537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486460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9GW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0656" y="4526280"/>
            <a:ext cx="1051560" cy="9601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66376" y="45537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~2029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6376" y="486460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Peterhead CCS
Online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91088" y="4526280"/>
            <a:ext cx="1051560" cy="96012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36808" y="4553712"/>
            <a:ext cx="960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36808" y="4864608"/>
            <a:ext cx="960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16GW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UK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SSE Has Transformed Britain's Energy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From infrastructure investment to jobs and economic 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943600" cy="39319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92240" y="1444752"/>
            <a:ext cx="2651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444752"/>
            <a:ext cx="2651760" cy="384048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149961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Energy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192024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Reduces UK exposure to volatile global energy markets by building homegrown generation &amp; infrastructure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59" y="1444752"/>
            <a:ext cx="2651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59" y="1444752"/>
            <a:ext cx="2651760" cy="38404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599" y="149961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Job Creation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192024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83,000+ jobs in engineering, construction, operations and supply chains across Scotland and England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005072"/>
            <a:ext cx="2651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4005072"/>
            <a:ext cx="2651760" cy="384048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405993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Net Zero Leadership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448056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Delivering 25%+ of UK's 2030 offshore wind target and 20%+ of all electricity network investment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59" y="4005072"/>
            <a:ext cx="2651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59" y="4005072"/>
            <a:ext cx="2651760" cy="384048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599" y="4059935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Economic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599" y="4480560"/>
            <a:ext cx="2468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2D5B"/>
                </a:solidFill>
              </a:rPr>
              <a:t>£9.7bn GVA added to UK economy; £3.4bn specifically to Scottish economy annually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COMPANY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SSE SET — What SSE Stands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These values underpin every competency question. Know them cold.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389120" cy="43891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46320" y="1417320"/>
            <a:ext cx="3291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417320"/>
            <a:ext cx="502920" cy="16002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1874519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4904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18288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2D5B"/>
                </a:solidFill>
              </a:rPr>
              <a:t>TOP 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07568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2D5B"/>
                </a:solidFill>
              </a:rPr>
              <a:t>Non-negotiable in HV environments. Mention this FIRST if asked about SSE's values. Demonstrate a safety-first mindset in every competency answer.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1417320"/>
            <a:ext cx="3291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1417320"/>
            <a:ext cx="502920" cy="16002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874519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149047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182880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A651"/>
                </a:solidFill>
              </a:rPr>
              <a:t>COMMUNITY 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07568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2D5B"/>
                </a:solidFill>
              </a:rPr>
              <a:t>Serving communities, customers and stakeholders. SSE operates licensed infrastructure with obligations to the public.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063240"/>
            <a:ext cx="3291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063240"/>
            <a:ext cx="502920" cy="16002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352044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31363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4747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2D5B"/>
                </a:solidFill>
              </a:rPr>
              <a:t>OPERATIONAL EXCELLENCE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372160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2D5B"/>
                </a:solidFill>
              </a:rPr>
              <a:t>Responsible stewardship of capital — critical when spending £7M every day on infrastructure.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063240"/>
            <a:ext cx="3291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3063240"/>
            <a:ext cx="502920" cy="16002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52044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13639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Sustainability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4747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A651"/>
                </a:solidFill>
              </a:rPr>
              <a:t>NET ZERO LEADERSHIP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72160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2D5B"/>
                </a:solidFill>
              </a:rPr>
              <a:t>Every investment decision is judged against long-term environmental impact and 2050 net zero targets.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4709160"/>
            <a:ext cx="3291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46320" y="4709160"/>
            <a:ext cx="502920" cy="16002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51663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80" y="4782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Excellence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512064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B2D5B"/>
                </a:solidFill>
              </a:rPr>
              <a:t>ENGINEERING STANDARDS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536752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2D5B"/>
                </a:solidFill>
              </a:rPr>
              <a:t>Setting and maintaining the highest professional standards — directly relevant to your EE Masters.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40" y="4709160"/>
            <a:ext cx="32918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21040" y="4709160"/>
            <a:ext cx="502920" cy="16002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5166360"/>
            <a:ext cx="411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4782312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Teamwork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512064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A651"/>
                </a:solidFill>
              </a:rPr>
              <a:t>CROSS-DISCIPLINE COLLABORATION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5367528"/>
            <a:ext cx="2606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B2D5B"/>
                </a:solidFill>
              </a:rPr>
              <a:t>Multidisciplinary teams: engineers, project managers, environmental, commercial, policy.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281928"/>
            <a:ext cx="11612880" cy="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23620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1B2D5B"/>
                </a:solidFill>
              </a:rPr>
              <a:t>"Doing the Right Thing" — SSE's overarching leadership ethos underpinning all six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YOUR EE MASTERS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How Your Degree Maps to SSE's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Link every skill to a named project or SSE business unit in your 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Interview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943600" cy="46634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400800" y="1417320"/>
            <a:ext cx="55778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63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D5B"/>
                </a:solidFill>
              </a:rPr>
              <a:t>EE Skill → SSE Role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83080"/>
            <a:ext cx="5577840" cy="32004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288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182880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SSE RELEVANCE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48840"/>
            <a:ext cx="557784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22199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Power Systems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219456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Load flow, fault studies — SSEN Transmission daily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88336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76148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HV/MV Electrical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2734056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132kV–400kV substations — Pathway to 2030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27832"/>
            <a:ext cx="557784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30098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Renewable Energy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32735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Turbine integration — SSE Renewables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67328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84048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Power Electronics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5128" y="381304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HVDC converters, inverters, battery storage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306824"/>
            <a:ext cx="557784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3952" y="4379976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Protection &amp;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435254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Relay co-ord, SCADA — live HV network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846320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491947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EMC Engineering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5128" y="489204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Cable design, earthing in HV environments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385816"/>
            <a:ext cx="5577840" cy="53035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5458968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Smart Grid &amp;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5128" y="5431536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Battery management, demand-side response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925312"/>
            <a:ext cx="55778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3952" y="599846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Safety-Critical Eng.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5128" y="59710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B2D5B"/>
                </a:solidFill>
              </a:rPr>
              <a:t>IEC/BS standards, RAMS, HV site work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6400800"/>
            <a:ext cx="5577840" cy="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6291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1">
                <a:solidFill>
                  <a:srgbClr val="1B2D5B"/>
                </a:solidFill>
              </a:rPr>
              <a:t>💡 Name a project: "My power electronics module covered HVDC — directly relevant to Viking's Shetland interconnector."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Full SSE Recruitment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Sourced from real candidates on TheStudentRoom &amp; AptitudePrep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Interview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114800" cy="475488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663440" y="1444752"/>
            <a:ext cx="502920" cy="1143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7190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444752"/>
            <a:ext cx="6766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149961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Online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1847088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D5B"/>
                </a:solidFill>
              </a:rPr>
              <a:t>CV + motivation questions
Tailor to your specific division (Transmission, Renewables, Thermal, Distribution)
~200 graduates hired per year — competitive but achievable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743200"/>
            <a:ext cx="502920" cy="11430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017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743200"/>
            <a:ext cx="6766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21808" y="2798064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SHL Online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3145536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D5B"/>
                </a:solidFill>
              </a:rPr>
              <a:t>• SJT: 16 questions (values alignment)
• Ability Test: 24 numerical/analytical/deductive questions
• Described by candidates as "absolutely brutal — timed out at Q8"
• Practice at shl.com — same format as NatWest, KPMG etc.
• No verbal reasoning for engineering roles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041648"/>
            <a:ext cx="502920" cy="1143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315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4041648"/>
            <a:ext cx="6766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21808" y="4096511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Video Interview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4443984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D5B"/>
                </a:solidFill>
              </a:rPr>
              <a:t>• 4 questions | 3 min think | 4 min answer per question
• Real questions asked: "Why this division?", "3 energy challenges"
• Competency: Safety + Initiative
• Can be pre-recorded or live
• Professional background, test audio beforehand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5340096"/>
            <a:ext cx="502920" cy="11430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5614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5340096"/>
            <a:ext cx="6766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8" y="5394959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D5B"/>
                </a:solidFill>
              </a:rPr>
              <a:t>Assessment Centre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5742432"/>
            <a:ext cx="6492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B2D5B"/>
                </a:solidFill>
              </a:rPr>
              <a:t>• Group discussion + individual presentation + role play
• Presentation brief is "intentionally vague" — structure it yourself
• Transmission final stage was "more technical than expected"
• Virtual or in-person — ask recruiter for format in advance
• ⚠ No visa sponsorship for graduate engineering roles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STAR Method + Key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SSE officially recommends STAR — prepare your answers before the 3-minute think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Interview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17320"/>
            <a:ext cx="4572000" cy="27432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4813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651"/>
                </a:solidFill>
              </a:rPr>
              <a:t>The STAR Technique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20240"/>
            <a:ext cx="457200" cy="41148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19476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19476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Situation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1965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Set the scene — context, when, where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41448"/>
            <a:ext cx="457200" cy="41148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468879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246887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487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Your specific responsibility or challenge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62656"/>
            <a:ext cx="457200" cy="41148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99008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29900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3008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"I" not "we" — your specific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483864"/>
            <a:ext cx="457200" cy="41148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5112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5112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352958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DEE"/>
                </a:solidFill>
              </a:rPr>
              <a:t>Outcome — quantify where possible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51960"/>
            <a:ext cx="4572000" cy="1874519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31596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651"/>
                </a:solidFill>
              </a:rPr>
              <a:t>EE Masters STAR Example: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617720"/>
            <a:ext cx="4297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"During my Masters dissertation [S], I modelled transient stability of a grid-connected wind farm [T]. I built a MATLAB/Simulink simulation and proposed a modified converter control strategy [A], reducing fault settling time by 23% — submitted to IEEE PES [R]." → Link to SSEN Transmission.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1417320"/>
            <a:ext cx="6903720" cy="347472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1444752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COMMON INTERVIEW QUESTIONS — MODEL ANSWER STRUCTURES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74920" y="1810512"/>
            <a:ext cx="690372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66360" y="184708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Q1: Why SSE / this division?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212140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Reference: net zero mission, specific project (Dogger Bank / Peterhead / Pathway to 2030), EE skills match, £33bn scale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2532888"/>
            <a:ext cx="6903720" cy="68580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60" y="256946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Q2: 3 energy challenges facing SSE?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284378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B2D5B"/>
                </a:solidFill>
              </a:rPr>
              <a:t>Thermal: grid intermittency, CCS economics, hydrogen transition
Transmission: N-S bottlenecks, supply chain lead times, planning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74920" y="3255264"/>
            <a:ext cx="690372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66360" y="32918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Q3: Time you demonstrated SAFETY?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35661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HV lab risk assessment, stopping unsafe work, pre-task briefing — link to SSE's #1 value explicitly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3977639"/>
            <a:ext cx="6903720" cy="68580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60" y="4014215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Q4: Complex engineering problem solved?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428853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B2D5B"/>
                </a:solidFill>
              </a:rPr>
              <a:t>Final-year project, simulation, design trade-off — explain thinking process, not just the answer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74920" y="4700016"/>
            <a:ext cx="690372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66360" y="473659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Q5: Example of teamwork?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66360" y="501091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Group design project, cross-discipline collaboration, adapting communication style for non-specialists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74920" y="5422392"/>
            <a:ext cx="6903720" cy="685800"/>
          </a:xfrm>
          <a:prstGeom prst="rect">
            <a:avLst/>
          </a:prstGeom>
          <a:solidFill>
            <a:srgbClr val="E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66360" y="5458968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D5B"/>
                </a:solidFill>
              </a:rPr>
              <a:t>Q6: Energy sector in 10 years?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573328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1B2D5B"/>
                </a:solidFill>
              </a:rPr>
              <a:t>Offshore wind dominance, grid transformation (SSE's 80% bet), hydrogen, digitalisation, storage revolution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74920" y="6144768"/>
            <a:ext cx="690372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6360" y="6181344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Q7: Questions to ask SSE?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645566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</a:rPr>
              <a:t>"What would you expect from me in the first 90 days?" — directly recommended by SSE's own recruiter blog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651"/>
                </a:solidFill>
              </a:rPr>
              <a:t>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Facts to Nail + Red Flags to Avoid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</a:rPr>
              <a:t>Walk in knowing these — walk out having impressed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Divisions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EE Masters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01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A651"/>
                </a:solidFill>
              </a:rPr>
              <a:t>Interview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17320"/>
            <a:ext cx="5943600" cy="41148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44475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KEY FACTS TO DROP IN THE INTERVIEW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56231"/>
            <a:ext cx="59436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1956816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97510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96596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Know your exact SSE division &amp; its lead projects by name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95728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41401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4048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Name-drop: Dogger Bank, Viking, Peterhead CCS, Pathway to 2030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34640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529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84378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Cite the £33bn five-year plan — 80% goes to the electricity grid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73552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2918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28269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"Safety is SSE's number one value" — say this naturally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12463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730751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721607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Use "energy transition" and "net zero" confidently throughout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151376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169663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1605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SSE targets 16 GW renewable capacity by 2032 (fivefold increase)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90288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60857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599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SSE delivers 25%+ of UK's 2030 40GW offshore wind target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29200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0474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038344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Grid intermittency makes flexible generation + storage essential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468112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548639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477255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Ask: "What would you expect from me in the first 90 days?"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907024"/>
            <a:ext cx="320040" cy="310896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92531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916168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B2D5B"/>
                </a:solidFill>
              </a:rPr>
              <a:t>83,000+ jobs supported — SSE is a major UK economic engine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1417320"/>
            <a:ext cx="5577840" cy="41148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14447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✗  RED FLAGS TO AVOID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1856231"/>
            <a:ext cx="55778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46520" y="1965960"/>
            <a:ext cx="320040" cy="4754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19933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19751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D5B"/>
                </a:solidFill>
              </a:rPr>
              <a:t>Not knowing which SSE business unit you applied for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606039"/>
            <a:ext cx="320040" cy="4754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26334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261518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D5B"/>
                </a:solidFill>
              </a:rPr>
              <a:t>Generic "I like renewable energy" without naming specific projects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3246120"/>
            <a:ext cx="320040" cy="4754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327355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325526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D5B"/>
                </a:solidFill>
              </a:rPr>
              <a:t>Confusing SSE plc with Stockholm School of Economics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3886199"/>
            <a:ext cx="320040" cy="4754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391363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389534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D5B"/>
                </a:solidFill>
              </a:rPr>
              <a:t>Bluffing on technical questions — say "I'd approach it by..."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46520" y="4526280"/>
            <a:ext cx="320040" cy="4754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455371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53542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D5B"/>
                </a:solidFill>
              </a:rPr>
              <a:t>Not preparing STAR answers before the 3-min think window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46520" y="5166359"/>
            <a:ext cx="320040" cy="475488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519379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517550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2D5B"/>
                </a:solidFill>
              </a:rPr>
              <a:t>Overlooking Safety as your #1 competency example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54680"/>
            <a:ext cx="12188952" cy="73152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You're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651"/>
                </a:solidFill>
              </a:rPr>
              <a:t>SSE Interview Preparation — Complete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64008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63931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474720"/>
            <a:ext cx="5029200" cy="68580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6118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FTSE 100 | Perth | £20.93bn | Est. 1998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474720"/>
            <a:ext cx="64008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639312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3474720"/>
            <a:ext cx="5029200" cy="68580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36118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£33bn 5-year plan | 80% grid | £7M/day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62272"/>
            <a:ext cx="64008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2686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Projects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4462272"/>
            <a:ext cx="5029200" cy="68580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599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Dogger Bank · Viking · Peterhead CCS · Pathway to 2030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462272"/>
            <a:ext cx="64008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62686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4462272"/>
            <a:ext cx="5029200" cy="68580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599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Safety (first) · Service · Efficiency · Sustainability · Excellence · Teamwork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49824"/>
            <a:ext cx="64008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614416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5449824"/>
            <a:ext cx="5029200" cy="68580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58698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Application → SHL Tests → Video Interview → Assessment Centre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449824"/>
            <a:ext cx="640080" cy="6858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614416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Your Edge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5449824"/>
            <a:ext cx="5029200" cy="685800"/>
          </a:xfrm>
          <a:prstGeom prst="rect">
            <a:avLst/>
          </a:prstGeom>
          <a:solidFill>
            <a:srgbClr val="22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558698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EE Masters: power systems, HV design, protection, power electronics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BBDD"/>
                </a:solidFill>
              </a:rPr>
              <a:t>Good luck — the energy sector needs engineers who understand both the grid and the transition.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